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70" r:id="rId7"/>
    <p:sldId id="269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-1090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33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3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3/24/2026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</a:t>
            </a: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of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Module-2) </a:t>
            </a:r>
            <a:r>
              <a:rPr lang="en-US" sz="32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3200" spc="-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/>
              <a:t>Online Restaurant Website </a:t>
            </a:r>
            <a:endParaRPr lang="en-US" sz="3200" dirty="0" smtClean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 smtClean="0"/>
              <a:t>for </a:t>
            </a:r>
            <a:r>
              <a:rPr lang="en-US" sz="3200" dirty="0"/>
              <a:t>Food Ordering and Menu Visualization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 smtClean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400" dirty="0"/>
              <a:t>In today’s fast-paced digital world, online food ordering has become an essential service for customers. People prefer browsing menus, ordering food, and making payments online instead of visiting restaurants physically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This project focuses on developing an </a:t>
            </a:r>
            <a:r>
              <a:rPr lang="en-US" sz="2400" b="1" dirty="0"/>
              <a:t>Online Restaurant Website</a:t>
            </a:r>
            <a:r>
              <a:rPr lang="en-US" sz="2400" dirty="0"/>
              <a:t> that allows users to: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View food menus visually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Place orders easily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Explore dishes with images and descriptions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r>
              <a:rPr lang="en-US" sz="2400" dirty="0"/>
              <a:t>The system improves user experience by providing a simple, fast, and interactive platform for food ordering.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19333" cy="914040"/>
          </a:xfrm>
        </p:spPr>
        <p:txBody>
          <a:bodyPr/>
          <a:lstStyle/>
          <a:p>
            <a:r>
              <a:rPr lang="en-US" b="1" dirty="0" smtClean="0"/>
              <a:t>             OBJECTIVES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28600" y="1769533"/>
            <a:ext cx="81449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To design an online platform for food </a:t>
            </a:r>
            <a:r>
              <a:rPr lang="en-US" sz="2400" dirty="0" smtClean="0"/>
              <a:t>ordering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To provide a clear and attractive menu </a:t>
            </a:r>
            <a:r>
              <a:rPr lang="en-US" sz="2400" dirty="0" smtClean="0"/>
              <a:t>visualization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To simplify the ordering process for </a:t>
            </a:r>
            <a:r>
              <a:rPr lang="en-US" sz="2400" dirty="0" smtClean="0"/>
              <a:t>users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To enhance user experience with a responsive </a:t>
            </a:r>
            <a:r>
              <a:rPr lang="en-US" sz="2400" dirty="0" smtClean="0"/>
              <a:t>interface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To manage orders efficiently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 smtClean="0"/>
              <a:t>   SYSTEM </a:t>
            </a:r>
            <a:r>
              <a:rPr lang="en-US" sz="2800" dirty="0"/>
              <a:t>OVERVIEW / MODEL USED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Instead </a:t>
            </a:r>
            <a:r>
              <a:rPr lang="en-US" sz="2400" dirty="0"/>
              <a:t>of a model like NLLB, here we describe system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/>
              <a:t>The system is a </a:t>
            </a:r>
            <a:r>
              <a:rPr lang="en-US" sz="2400" b="1" dirty="0"/>
              <a:t>web-based application</a:t>
            </a:r>
            <a:r>
              <a:rPr lang="en-US" sz="2400" dirty="0"/>
              <a:t> that allows users to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Browse restaurant menus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View images and details of food items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Add items to cart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Place orders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r>
              <a:rPr lang="en-US" sz="2400" dirty="0"/>
              <a:t>It follows a </a:t>
            </a:r>
            <a:r>
              <a:rPr lang="en-US" sz="2400" b="1" dirty="0"/>
              <a:t>client-server architecture</a:t>
            </a:r>
            <a:r>
              <a:rPr lang="en-US" sz="2400" dirty="0"/>
              <a:t> where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Frontend handles user interaction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Backend manages data and processing</a:t>
            </a: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/>
              <a:t>   </a:t>
            </a:r>
            <a:r>
              <a:rPr lang="en-US" sz="2800" dirty="0" smtClean="0"/>
              <a:t>          TOOLS  AND </a:t>
            </a:r>
            <a:r>
              <a:rPr lang="en-US" sz="2800" dirty="0"/>
              <a:t>TECHNOLOGIES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</a:t>
            </a:r>
            <a:r>
              <a:rPr lang="en-US" sz="2400" b="1" dirty="0"/>
              <a:t>Frontend</a:t>
            </a:r>
            <a:r>
              <a:rPr lang="en-US" sz="2400" dirty="0"/>
              <a:t> – React.js / HTML / CSS / </a:t>
            </a:r>
            <a:r>
              <a:rPr lang="en-US" sz="2400" dirty="0" smtClean="0"/>
              <a:t>JavaScript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Backend</a:t>
            </a:r>
            <a:r>
              <a:rPr lang="en-US" sz="2400" dirty="0"/>
              <a:t> – Node.js / </a:t>
            </a:r>
            <a:r>
              <a:rPr lang="en-US" sz="2400" dirty="0" smtClean="0"/>
              <a:t>Express.js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Database</a:t>
            </a:r>
            <a:r>
              <a:rPr lang="en-US" sz="2400" dirty="0"/>
              <a:t> – SQL (MySQL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API Integration</a:t>
            </a:r>
            <a:r>
              <a:rPr lang="en-US" sz="2400" dirty="0"/>
              <a:t> – For handling </a:t>
            </a:r>
            <a:r>
              <a:rPr lang="en-US" sz="2400" dirty="0" smtClean="0"/>
              <a:t>requests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Development Tools</a:t>
            </a:r>
            <a:r>
              <a:rPr lang="en-US" sz="2400" dirty="0"/>
              <a:t> – VS Code</a:t>
            </a:r>
          </a:p>
        </p:txBody>
      </p:sp>
    </p:spTree>
    <p:extLst>
      <p:ext uri="{BB962C8B-B14F-4D97-AF65-F5344CB8AC3E}">
        <p14:creationId xmlns:p14="http://schemas.microsoft.com/office/powerpoint/2010/main" val="317989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/>
              <a:t>   </a:t>
            </a:r>
            <a:r>
              <a:rPr lang="en-US" sz="2800" dirty="0" smtClean="0"/>
              <a:t>                         </a:t>
            </a:r>
            <a:r>
              <a:rPr lang="en-US" sz="2800" b="1" dirty="0"/>
              <a:t>FEATURES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User-friendly </a:t>
            </a:r>
            <a:r>
              <a:rPr lang="en-US" sz="2400" dirty="0" smtClean="0"/>
              <a:t>interface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Food menu with </a:t>
            </a:r>
            <a:r>
              <a:rPr lang="en-US" sz="2400" dirty="0" smtClean="0"/>
              <a:t>images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Add to cart </a:t>
            </a:r>
            <a:r>
              <a:rPr lang="en-US" sz="2400" dirty="0" smtClean="0"/>
              <a:t>functionality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Order placement </a:t>
            </a:r>
            <a:r>
              <a:rPr lang="en-US" sz="2400" dirty="0" smtClean="0"/>
              <a:t>system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Responsive design for all devices</a:t>
            </a:r>
          </a:p>
        </p:txBody>
      </p:sp>
    </p:spTree>
    <p:extLst>
      <p:ext uri="{BB962C8B-B14F-4D97-AF65-F5344CB8AC3E}">
        <p14:creationId xmlns:p14="http://schemas.microsoft.com/office/powerpoint/2010/main" val="336026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/>
              <a:t>                            OUTCOMES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Easy and fast food ordering </a:t>
            </a:r>
            <a:r>
              <a:rPr lang="en-US" sz="2400" dirty="0" smtClean="0"/>
              <a:t>system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Better user experience through </a:t>
            </a:r>
            <a:r>
              <a:rPr lang="en-US" sz="2400" dirty="0" smtClean="0"/>
              <a:t>visualization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Time-saving for </a:t>
            </a:r>
            <a:r>
              <a:rPr lang="en-US" sz="2400" dirty="0" smtClean="0"/>
              <a:t>customers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Efficient restaurant </a:t>
            </a:r>
            <a:r>
              <a:rPr lang="en-US" sz="2400" dirty="0" smtClean="0"/>
              <a:t>management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Scalable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98416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/>
              <a:t>                            </a:t>
            </a:r>
            <a:r>
              <a:rPr lang="en-US" sz="2800" dirty="0" smtClean="0"/>
              <a:t>Screenshots</a:t>
            </a: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" t="10016" r="1056" b="5233"/>
          <a:stretch/>
        </p:blipFill>
        <p:spPr bwMode="auto">
          <a:xfrm>
            <a:off x="433136" y="1291389"/>
            <a:ext cx="7804484" cy="491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501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/>
              <a:t>                           </a:t>
            </a:r>
            <a:r>
              <a:rPr lang="en-US" sz="2800" dirty="0" smtClean="0"/>
              <a:t>      Screenshots</a:t>
            </a:r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" t="11312" r="8424" b="4673"/>
          <a:stretch/>
        </p:blipFill>
        <p:spPr bwMode="auto">
          <a:xfrm>
            <a:off x="312821" y="1451811"/>
            <a:ext cx="8486273" cy="4531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768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 smtClean="0"/>
              <a:t>                                </a:t>
            </a:r>
            <a:r>
              <a:rPr lang="en-US" sz="3600" dirty="0" smtClean="0"/>
              <a:t>Results</a:t>
            </a:r>
            <a:endParaRPr lang="en-IN" sz="36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   The </a:t>
            </a:r>
            <a:r>
              <a:rPr lang="en-US" sz="2400" dirty="0"/>
              <a:t>website successfully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Displays food items with details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Allows users to add items to cart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Processes orders smoothly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Provides a clean and interactive UI</a:t>
            </a:r>
          </a:p>
        </p:txBody>
      </p:sp>
    </p:spTree>
    <p:extLst>
      <p:ext uri="{BB962C8B-B14F-4D97-AF65-F5344CB8AC3E}">
        <p14:creationId xmlns:p14="http://schemas.microsoft.com/office/powerpoint/2010/main" val="284269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7800" cy="914040"/>
          </a:xfrm>
        </p:spPr>
        <p:txBody>
          <a:bodyPr/>
          <a:lstStyle/>
          <a:p>
            <a:r>
              <a:rPr lang="en-US" sz="2800" dirty="0" smtClean="0"/>
              <a:t>                         </a:t>
            </a:r>
            <a:r>
              <a:rPr lang="en-US" sz="3600" dirty="0" smtClean="0"/>
              <a:t>CONCLUSION</a:t>
            </a:r>
            <a:endParaRPr lang="en-IN" sz="3600" dirty="0"/>
          </a:p>
        </p:txBody>
      </p:sp>
      <p:sp>
        <p:nvSpPr>
          <p:cNvPr id="4" name="Rectangle 3"/>
          <p:cNvSpPr/>
          <p:nvPr/>
        </p:nvSpPr>
        <p:spPr>
          <a:xfrm>
            <a:off x="245533" y="1443841"/>
            <a:ext cx="85682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This </a:t>
            </a:r>
            <a:r>
              <a:rPr lang="en-US" sz="2400" dirty="0"/>
              <a:t>project demonstrates the development of a modern online food ordering system. It shows how web technologies can be used to improve customer experience and simplify restaurant services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system is practical, scalable, and can be enhanced further with features like payment integration and user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00675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34768</TotalTime>
  <Words>332</Words>
  <Application>Microsoft Office PowerPoint</Application>
  <PresentationFormat>On-screen Show (4:3)</PresentationFormat>
  <Paragraphs>90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             OBJECTIVES</vt:lpstr>
      <vt:lpstr>   SYSTEM OVERVIEW / MODEL USED</vt:lpstr>
      <vt:lpstr>             TOOLS  AND TECHNOLOGIES</vt:lpstr>
      <vt:lpstr>                            FEATURES</vt:lpstr>
      <vt:lpstr>                            OUTCOMES</vt:lpstr>
      <vt:lpstr>                            Screenshots</vt:lpstr>
      <vt:lpstr>                                 Screenshots</vt:lpstr>
      <vt:lpstr>                                Results</vt:lpstr>
      <vt:lpstr>                         CONCLUSION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ABC</cp:lastModifiedBy>
  <cp:revision>2305</cp:revision>
  <dcterms:created xsi:type="dcterms:W3CDTF">2010-04-09T07:36:15Z</dcterms:created>
  <dcterms:modified xsi:type="dcterms:W3CDTF">2026-03-24T06:55:25Z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